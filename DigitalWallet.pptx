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41" autoAdjust="0"/>
  </p:normalViewPr>
  <p:slideViewPr>
    <p:cSldViewPr>
      <p:cViewPr>
        <p:scale>
          <a:sx n="66" d="100"/>
          <a:sy n="66" d="100"/>
        </p:scale>
        <p:origin x="720" y="17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260"/>
            <a:ext cx="9624060" cy="1209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2876"/>
            <a:ext cx="10693400" cy="7556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3400" cy="7556499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0" y="0"/>
            <a:ext cx="10756900" cy="755649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9850" y="0"/>
            <a:ext cx="10833100" cy="7556501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3400" cy="7556499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39700" y="0"/>
            <a:ext cx="10896600" cy="7556499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3400" cy="755649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3400" cy="76644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3698" y="0"/>
            <a:ext cx="10697097" cy="7556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4450"/>
            <a:ext cx="10693400" cy="75120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5" y="-107949"/>
            <a:ext cx="10833100" cy="76644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39700" y="0"/>
            <a:ext cx="10896600" cy="76644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1A1F0F6-4A5D-4DF9-9477-BCD1A7E9FD9B}">
  <we:reference id="wa200008583" version="1.0.0.1" store="en-US" storeType="OMEX"/>
  <we:alternateReferences>
    <we:reference id="WA200008583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Ansh Tiwari</dc:creator>
  <cp:lastModifiedBy>Ansh Tiwari</cp:lastModifiedBy>
  <cp:revision>1</cp:revision>
  <dcterms:created xsi:type="dcterms:W3CDTF">2026-06-09T17:37:37Z</dcterms:created>
  <dcterms:modified xsi:type="dcterms:W3CDTF">2026-06-10T16:21:07Z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2026-06-09T00:00:00Z</vt:filetime>
  </property>
  <property fmtid="{D5CDD505-2E9C-101B-9397-08002B2CF9AE}" pid="3" name="LastSaved">
    <vt:filetime>2026-06-09T00:00:00Z</vt:filetime>
  </property>
  <property fmtid="{D5CDD505-2E9C-101B-9397-08002B2CF9AE}" pid="4" name="Producer">
    <vt:lpwstr>3-Heights(TM) PDF Security Shell 4.8.25.2 (http://www.pdf-tools.com)</vt:lpwstr>
  </property>
</Properties>
</file>